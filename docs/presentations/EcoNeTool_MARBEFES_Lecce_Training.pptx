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2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EcoNeTool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6496C8"/>
                </a:solidFill>
              </a:defRPr>
            </a:pPr>
            <a:r>
              <a:t>Interactive Marine Food Web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96C8"/>
                </a:solidFill>
              </a:defRPr>
            </a:pPr>
            <a:r>
              <a:t>MARBEFES Training | Lecce,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3264"/>
          </a:solidFill>
          <a:ln>
            <a:solidFill>
              <a:srgbClr val="14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🎯 Interactive R Shiny dashboard for analyzing trophic interactions in marine ecosystems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📊 Part of HORIZON EUROPE MARBEFES project (Marine Biodiversity for European Sustainability)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🌍 Focus: Baltic Sea and North Atlantic regions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🧬 Integrates trait data from 15+ external databases (WoRMS, FishBase, OBIS, etc.)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💾 Handles data from Ecopath with Ecosim (EwE)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3264"/>
          </a:solidFill>
          <a:ln>
            <a:solidFill>
              <a:srgbClr val="14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✓ Network Comparison: Compare two food webs side-by-side (species, links, metrics)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✓ Trait Lookup: Assign ecological traits to species (movement, feeding, reproduction)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✓ Spatial Analysis: Geographic distribution and habitat preferences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✓ Trophic Analysis: Calculate trophic levels, energy flow, food web 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✓ Live Data Integration: Real-time trait queries from WoRMS, FishBase, 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✓ Offline Database: Cached trait data for offline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3264"/>
          </a:solidFill>
          <a:ln>
            <a:solidFill>
              <a:srgbClr val="14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Core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📥 Data Import: Load EwE models, CSV files, spatial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🔍 Trait Research: Query &amp; assign ecological traits with confidence scores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🌐 Network Comparison: Jaccard similarity, species diff, link differences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🗺️ Spatial Tab: Map species ranges, habitat preferences, distribution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📈 Analysis: Trophic levels, functional groups, network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💾 Data Export: Download results as CSV or generate detailed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3264"/>
          </a:solidFill>
          <a:ln>
            <a:solidFill>
              <a:srgbClr val="14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Typical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1️⃣ Import Network: Load your Ecopath model or CSV file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2️⃣ Assign Traits: Use trait lookup to annotate species (body size, feeding type, etc.)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3️⃣ Compare Networks: If you have a reference model, compare species &amp; links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4️⃣ Analyze Structure: Examine trophic levels, energy flow, vulnerabilities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5️⃣ Explore Spatial: Map species habitats and geographic distributions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6️⃣ Export Results: Save comparison, trait assignments, and analysis plots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3264"/>
          </a:solidFill>
          <a:ln>
            <a:solidFill>
              <a:srgbClr val="14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Trait 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🔬 Traits capture ecological roles of marine species: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Body Size (MS): Micro, Small, Medium, Large, Mega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Feeding Type (FS): Herbivore, Omnivore, Carnivore, Detritivore, Filter-feeder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Mobility (MB): Sessile, Sedentary, Mobile, Highly-mobile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Epibenthic Status (EP): Infaunal, Epibenthic, Pelagic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Reproduction (PR): Broadcast, Brooding, Asexual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💡 Harmonized across 15 data sources with conflict resolution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3264"/>
          </a:solidFill>
          <a:ln>
            <a:solidFill>
              <a:srgbClr val="14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External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🌐 WoRMS: World Register of Marine Species (taxonomic + traits)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🐠 FishBase: Fish species database with ecological characteristics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🦪 PolyTraits: Polychaete trait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📍 OBIS: Ocean Biodiversity Information System (occurrences, MoF records)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🏷️ Btrait: EMODnet trait vocabulary for soft-bottom organisms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🐟 icesSAG: ICES Stock Assessment Graphs (fish populations)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⚙️ All calls wrapped with timeout + fallback logic (graceful degradation)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3264"/>
          </a:solidFill>
          <a:ln>
            <a:solidFill>
              <a:srgbClr val="14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Live vs Offline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🔴 Live Mode (Internet required):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Query WoRMS, FishBase, PolyTraits, OBIS in real-time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Always get latest data &amp; trait assignments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Slower but most current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🟢 Offline Mode (No internet):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Use pre-built SQLite database of trait assignments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~2000+ species pre-indexed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Fast, reliable, no external dependencies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Can be refreshed nightly on schedule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3264"/>
          </a:solidFill>
          <a:ln>
            <a:solidFill>
              <a:srgbClr val="14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📊 Dashboard Tabs: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Data Import: Upload network files &amp; species lists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Trait Research: Search &amp; assign ecological traits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Network Comparison: Compare two webs (A vs 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Spatial: Map geographic distributions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Analysis: Trophic structure, metrics, summary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🎨 Color-coded status: Ready (green), Warning (yellow), Error (red)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⚙️ Real-time preview of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3264"/>
          </a:solidFill>
          <a:ln>
            <a:solidFill>
              <a:srgbClr val="14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Network Comparison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Compare two food webs across 5 dimensions: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1️⃣ Species: Shared vs unique species (Jaccard index)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2️⃣ Links: Shared vs unique trophic links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3️⃣ Trophic Levels: Per-species differences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4️⃣ Topological Metrics: Connectance, paths, vulnerability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5️⃣ Node-Weighted Metrics: Biomass-weighted indicators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📥 Import reference models from examples or your own files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📊 Export detailed comparison tables (CSV, HTML)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3264"/>
          </a:solidFill>
          <a:ln>
            <a:solidFill>
              <a:srgbClr val="14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Trait Assignment 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Each trait has a confidence score (None → Low → Medium → High):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🔴 None (0.0):   No data; trait is unassigned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🟡 Low (0.33):   From ambiguous text or single source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🟠 Medium (0.66): From multiple consistent sources or rules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🟢 High (1.0):   Taxonomic rules + multiple strong sources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Harmonization resolves conflicts between databases: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Order-level taxonomic rules beat lower-level 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Multiple consistent sources increase confidence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User can override assignments manually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3264"/>
          </a:solidFill>
          <a:ln>
            <a:solidFill>
              <a:srgbClr val="14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Hands-On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We will walk through: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1️⃣ Import: Load the Simple_3Species.Rdata example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2️⃣ Traits: Assign traits to Phytoplankton, Zooplankton, Fish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3️⃣ Compare: Load a second network and compare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4️⃣ Analyze: View trophic levels &amp; network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5️⃣ Export: Download comparison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⏱️ About 15-20 minutes, with Q&amp;A throughout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3264"/>
          </a:solidFill>
          <a:ln>
            <a:solidFill>
              <a:srgbClr val="14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Installation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📦 Requirements: R 4.4.1+, Shiny, igraph, sf, data.table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💻 Installation: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Clone repository: github.com/razinkele/EcoNeTool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Run: Rscript app.R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Opens at http://localhost:3838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🚀 Production Deployment: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Shiny Server on laguna.ku.lt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Automatic nightly trait database refresh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Pre-deploy checks validate all data sources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3264"/>
          </a:solidFill>
          <a:ln>
            <a:solidFill>
              <a:srgbClr val="14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✅ Automated Testing: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112+ unit tests covering trait pipeline, network ops, UI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Nightly live tests hit WoRMS, FishBase, ICES (graceful failures)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Pre-commit hooks check syntax, linting (120-char lines, snake_case)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🔍 Validation: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Network integrity checks (directed edges, vertex names)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Trait data consistency (no orphaned species)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Timeout guards on all external API calls (10-15s max)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3264"/>
          </a:solidFill>
          <a:ln>
            <a:solidFill>
              <a:srgbClr val="14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Known 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⚠️ Current Limitations: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PolyTraits API occasionally unavailable (gracefully handled)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Offline trait DB needs periodic refresh (automated nightly)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Some rare species may have incomplete trait coverage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🚀 Future Enhancements: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Dynamic trait vocabulary from ontologies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Batch species import with trait pre-fill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Export to network modeling software (Rpath, Atlantis)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3264"/>
          </a:solidFill>
          <a:ln>
            <a:solidFill>
              <a:srgbClr val="14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Support &amp;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📖 Documentation: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README.md: Installation &amp; basic usage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docs/: API reference, architecture diagrams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deployment/: Deployment checklists &amp; automation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🤝 Support: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GitHub Issues: https://github.com/razinkele/EcoNeTool/issues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Email: razinkele@ku.lt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  • MARBEFES WP coordination meetings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3264"/>
          </a:solidFill>
          <a:ln>
            <a:solidFill>
              <a:srgbClr val="14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✓ EcoNeTool bridges trophic trait databases with marine food web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✓ Harmonized trait system resolves conflicts across 15+ data sources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✓ Live + offline modes give flexibility for connectivity scenarios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✓ Network comparison enables systematic model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✓ Spatial module connects traits to geography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✓ Production-ready with automated testing &amp;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✓ Open source, actively maintained, part of MARBEFES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2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6496C8"/>
                </a:solidFill>
              </a:defRPr>
            </a:pPr>
            <a:r>
              <a:t>Let's explore EcoNeTool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96C8"/>
                </a:solidFill>
              </a:defRPr>
            </a:pPr>
            <a:r>
              <a:t>razinkele@ku.lt | MARBEFES WP3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