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EcoNeTool is an R Shiny (bs4Dash) dashboard for trophic interactions, biomass and energy fluxes in marine food webs. This deck walks through the main data 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from the v1.6.3 repository: 91 R files under R/, about 845 test_that() blocks in tests/testthat, and four built-in metawebs (Baltic, Kongsfjorden, North Sea, Barents).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 and server code are split per tab. Server modules exchange data only through shared reactive values created in app.R, so each browser session gets its own network and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Import, EcoBase, metawebs, trait-based construction and the editor all write net_reactive and info_reactive. Spatial Analysis and ECOPATH/ECOSIM have their own flows, shown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finalize_network() (R/functions/network_finalize.R) guarantees the info rows match the graph's vertex order and fills in derived columns, so every importer hands the same shape to the analysis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Keystoneness follows Libralato et al. (2006): relative biomass below 0.05 in the top quartile marks a keystone species, otherwise a dominant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orchestrator is lookup_species_traits() in R/functions/trait_lookup/orchestrator.R. The offline DB is skipped if its trait-vocabulary stamp is stale. Sources after step 1 are queried only if the taxonomy routing says they are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calc_interaction_probability() takes the minimum of the five matrix probabilities. construct_trait_foodweb() uses a default threshold of 0.05, compared strictly. The resulting consumer × resource matrix is transposed into the app-wide prey → predator convention.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rpathModuleServer() wraps the Rpath package: convert_ecopath_to_rpath(), run_ecopath_balance(), calculate_rpath_mti(), setup_ecosim_scenario() and run_ecosim_simulation().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Spatial metrics per hexagon: number of species S, links L, connectance C and link density 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tests for these services run nightly behind RUN_LIVE_TESTS=true. Dyntaxa and AlgaeBase are offered only when their API keys are configured.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 -rT copies the staging contents over the app directory without deleting siblings, so the 3 GB live data/ folder survives every deploy. touch restart.txt reloads only this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conventions are documented in CLAUDE.md and CONTRIBUTING.md; each one was introduced after a real silent-failure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852160" y="2011680"/>
            <a:ext cx="457200" cy="118872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6309360" y="2194560"/>
            <a:ext cx="914400" cy="100584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7223760" y="2194560"/>
            <a:ext cx="457200" cy="118872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7680960" y="2377440"/>
            <a:ext cx="731520" cy="100584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6309360" y="3200400"/>
            <a:ext cx="548640" cy="109728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6858000" y="3383280"/>
            <a:ext cx="822960" cy="91440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7680960" y="3383280"/>
            <a:ext cx="548640" cy="82296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852160" y="914400"/>
            <a:ext cx="731520" cy="109728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6583680" y="914400"/>
            <a:ext cx="640080" cy="128016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7223760" y="1188720"/>
            <a:ext cx="731520" cy="100584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7955280" y="1188720"/>
            <a:ext cx="457200" cy="118872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5852160" y="2011680"/>
            <a:ext cx="1828800" cy="1371600"/>
          </a:xfrm>
          <a:prstGeom prst="line">
            <a:avLst/>
          </a:prstGeom>
          <a:noFill/>
          <a:ln w="15875">
            <a:solidFill>
              <a:srgbClr val="3E6A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685800"/>
            <a:ext cx="457200" cy="457200"/>
          </a:xfrm>
          <a:prstGeom prst="ellipse">
            <a:avLst/>
          </a:prstGeom>
          <a:solidFill>
            <a:srgbClr val="F2A541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960120"/>
            <a:ext cx="457200" cy="457200"/>
          </a:xfrm>
          <a:prstGeom prst="ellipse">
            <a:avLst/>
          </a:prstGeom>
          <a:solidFill>
            <a:srgbClr val="F2A541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1828800"/>
            <a:ext cx="365760" cy="365760"/>
          </a:xfrm>
          <a:prstGeom prst="ellipse">
            <a:avLst/>
          </a:prstGeom>
          <a:solidFill>
            <a:srgbClr val="13A3A8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2011680"/>
            <a:ext cx="365760" cy="365760"/>
          </a:xfrm>
          <a:prstGeom prst="ellipse">
            <a:avLst/>
          </a:prstGeom>
          <a:solidFill>
            <a:srgbClr val="13A3A8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2194560"/>
            <a:ext cx="365760" cy="365760"/>
          </a:xfrm>
          <a:prstGeom prst="ellipse">
            <a:avLst/>
          </a:prstGeom>
          <a:solidFill>
            <a:srgbClr val="13A3A8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305409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34656" y="323697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415137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83296" y="4059936"/>
            <a:ext cx="292608" cy="29260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13258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EcoNeTool</a:t>
            </a:r>
            <a:endParaRPr lang="en-US" sz="4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the marine food web analysis app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2062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MARBEFES · Horizon Europe  |  Klaipėda University  |  v1.6.3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EcoNeTool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Shiny app, fifteen tabs, three kinds of work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source files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~845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234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regional metawebs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2674620" cy="2331720"/>
          </a:xfrm>
          <a:prstGeom prst="roundRect">
            <a:avLst>
              <a:gd name="adj" fmla="val 3922"/>
            </a:avLst>
          </a:prstGeom>
          <a:solidFill>
            <a:srgbClr val="E3F2F3"/>
          </a:solidFill>
          <a:ln w="12700">
            <a:solidFill>
              <a:srgbClr val="C9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2606040"/>
            <a:ext cx="274320" cy="2743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87552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 network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9923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 Network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Metrics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Analysis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Fluxes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Keystoneness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68980" y="2468880"/>
            <a:ext cx="2674620" cy="2331720"/>
          </a:xfrm>
          <a:prstGeom prst="roundRect">
            <a:avLst>
              <a:gd name="adj" fmla="val 3922"/>
            </a:avLst>
          </a:prstGeom>
          <a:solidFill>
            <a:srgbClr val="F4F9FA"/>
          </a:solidFill>
          <a:ln w="12700">
            <a:solidFill>
              <a:srgbClr val="C9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33572" y="2606040"/>
            <a:ext cx="274320" cy="2743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799332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network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451860" y="299923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Editor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Metaweb Manager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Research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 Construction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468880"/>
            <a:ext cx="2674620" cy="2331720"/>
          </a:xfrm>
          <a:prstGeom prst="roundRect">
            <a:avLst>
              <a:gd name="adj" fmla="val 3922"/>
            </a:avLst>
          </a:prstGeom>
          <a:solidFill>
            <a:srgbClr val="F4F9FA"/>
          </a:solidFill>
          <a:ln w="12700">
            <a:solidFill>
              <a:srgbClr val="C9DE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2606040"/>
            <a:ext cx="274320" cy="2743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11112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model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99923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Analysis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EcoBase Connection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Data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ECOPATH / ECOSIM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browser request down to data, caches and external services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25880"/>
            <a:ext cx="16276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1892808"/>
            <a:ext cx="91" cy="301752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2194560"/>
            <a:ext cx="16276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· HTTPS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laguna.ku.lt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25880" y="2761488"/>
            <a:ext cx="91" cy="301752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30632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3063240"/>
            <a:ext cx="16276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shiny-server :3838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25880" y="3630168"/>
            <a:ext cx="91" cy="301752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9319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" y="3931920"/>
            <a:ext cx="162763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app.R · bs4Dash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1234440"/>
            <a:ext cx="6080760" cy="3611880"/>
          </a:xfrm>
          <a:prstGeom prst="roundRect">
            <a:avLst>
              <a:gd name="adj" fmla="val 2532"/>
            </a:avLst>
          </a:prstGeom>
          <a:solidFill>
            <a:srgbClr val="F4F9FA"/>
          </a:solidFill>
          <a:ln w="12700">
            <a:solidFill>
              <a:srgbClr val="C9DE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215384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2743200" y="1691640"/>
            <a:ext cx="91" cy="2523744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691640"/>
            <a:ext cx="914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880360" y="137160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35224" y="1371600"/>
            <a:ext cx="16733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R/ui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tab UIs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01184" y="1371600"/>
            <a:ext cx="16733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R/modules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server modules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67144" y="1371600"/>
            <a:ext cx="167335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R/config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vocabulary · metaweb paths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80360" y="2240280"/>
            <a:ext cx="5715000" cy="640080"/>
          </a:xfrm>
          <a:prstGeom prst="roundRect">
            <a:avLst>
              <a:gd name="adj" fmla="val 11429"/>
            </a:avLst>
          </a:prstGeom>
          <a:solidFill>
            <a:srgbClr val="F2A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935224" y="2240280"/>
            <a:ext cx="5605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reactive state (one copy per user session)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net_reactive · info_reactive · current_metaweb · shared_trait_data · ecopath_import_data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80360" y="3108960"/>
            <a:ext cx="5715000" cy="640080"/>
          </a:xfrm>
          <a:prstGeom prst="roundRect">
            <a:avLst>
              <a:gd name="adj" fmla="val 11429"/>
            </a:avLst>
          </a:prstGeom>
          <a:solidFill>
            <a:srgbClr val="0B254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935224" y="3108960"/>
            <a:ext cx="560527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R/functions — domain logic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network_finalize · trophic_levels · fluxweb · keystoneness · trait_lookup/ · rpath · spatial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880360" y="39776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35224" y="3977640"/>
            <a:ext cx="16733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 · metawebs/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networks, trait CSVs, habitat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01184" y="3977640"/>
            <a:ext cx="16733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offline_traits.db · taxonomy .rds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3977640"/>
            <a:ext cx="1783080" cy="731520"/>
          </a:xfrm>
          <a:prstGeom prst="roundRect">
            <a:avLst>
              <a:gd name="adj" fmla="val 10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67144" y="3977640"/>
            <a:ext cx="167335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 · FishBase · EcoBase · EMODnet · SHARK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749040" y="2011680"/>
            <a:ext cx="91" cy="22860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737860" y="2011680"/>
            <a:ext cx="91" cy="22860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37860" y="2880360"/>
            <a:ext cx="91" cy="22860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749040" y="3749040"/>
            <a:ext cx="91" cy="22860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737860" y="3749040"/>
            <a:ext cx="91" cy="22860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726680" y="3749040"/>
            <a:ext cx="91" cy="22860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journey: build, then analyse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into the app ends in the same two objects, which every analysis tab reads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108960" cy="3611880"/>
          </a:xfrm>
          <a:prstGeom prst="roundRect">
            <a:avLst>
              <a:gd name="adj" fmla="val 2941"/>
            </a:avLst>
          </a:prstGeom>
          <a:solidFill>
            <a:srgbClr val="F4F9FA"/>
          </a:solidFill>
          <a:ln w="12700">
            <a:solidFill>
              <a:srgbClr val="C9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29844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 BRING A NETWORK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577840" y="1234440"/>
            <a:ext cx="3108960" cy="3611880"/>
          </a:xfrm>
          <a:prstGeom prst="roundRect">
            <a:avLst>
              <a:gd name="adj" fmla="val 2941"/>
            </a:avLst>
          </a:prstGeom>
          <a:solidFill>
            <a:srgbClr val="E3F2F3"/>
          </a:solidFill>
          <a:ln w="12700">
            <a:solidFill>
              <a:srgbClr val="C9DE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87568" y="1298448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55448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" y="1554480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CSV · Rdata · ECOPATH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819656"/>
            <a:ext cx="502920" cy="119786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2185416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" y="2185416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EcoBase Connection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Ecopath models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2450592"/>
            <a:ext cx="502920" cy="56692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" y="281635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" y="2816352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Metaweb Manager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metawebs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 flipV="1">
            <a:off x="3429000" y="3017520"/>
            <a:ext cx="502920" cy="6400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3447288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3447288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Research → Food Web Construction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inferred from traits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V="1">
            <a:off x="3429000" y="3017520"/>
            <a:ext cx="502920" cy="69494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4360" y="4078224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" y="4078224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Data Editor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species &amp; links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3429000" y="3017520"/>
            <a:ext cx="502920" cy="132588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15000" y="155448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69864" y="1554480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 Network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 flipV="1">
            <a:off x="5212080" y="1819656"/>
            <a:ext cx="502920" cy="119786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15000" y="2185416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69864" y="2185416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Metrics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indicators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flipV="1">
            <a:off x="5212080" y="2450592"/>
            <a:ext cx="502920" cy="56692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15000" y="2816352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769864" y="2816352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Analysis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by group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12080" y="3017520"/>
            <a:ext cx="502920" cy="6400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715000" y="3447288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69864" y="3447288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Fluxes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fluxweb energy flows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212080" y="3017520"/>
            <a:ext cx="502920" cy="69494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715000" y="4078224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0E7C8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769864" y="4078224"/>
            <a:ext cx="2724912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Keystoneness Analysis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MTI-based keystone species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212080" y="3017520"/>
            <a:ext cx="502920" cy="132588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931920" y="242316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F2A54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986784" y="2423160"/>
            <a:ext cx="117043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+ info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igraph net + species info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import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kinds of source, one normalising step, one shared core object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280160"/>
            <a:ext cx="2359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/ R data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 · network.csv + species_info.csv · .Rdata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0" y="1563624"/>
            <a:ext cx="457200" cy="1408176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198424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984248"/>
            <a:ext cx="2359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ECOPATH database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.ewemdb · .eweaccdb · .mdb (RODBC or Linux parser)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2267712"/>
            <a:ext cx="457200" cy="70408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688336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2688336"/>
            <a:ext cx="2359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ECOPATH tables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Estimates + Diet Composition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0" y="2971800"/>
            <a:ext cx="457200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392424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3392424"/>
            <a:ext cx="2359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EcoBase online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web service · convert_ecobase_to_econetool()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flipV="1">
            <a:off x="2926080" y="2971800"/>
            <a:ext cx="457200" cy="70408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4096512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4096512"/>
            <a:ext cx="2359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metaweb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metaweb_to_igraph()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 flipV="1">
            <a:off x="2926080" y="2971800"/>
            <a:ext cx="457200" cy="1408176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383280" y="237744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F2A54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38144" y="2377440"/>
            <a:ext cx="176479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finalize_network()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order = V(net)$name · adds fg, colfg, meanB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57800" y="2971800"/>
            <a:ext cx="50292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1234440"/>
            <a:ext cx="2926080" cy="2286000"/>
          </a:xfrm>
          <a:prstGeom prst="roundRect">
            <a:avLst>
              <a:gd name="adj" fmla="val 4000"/>
            </a:avLst>
          </a:prstGeom>
          <a:solidFill>
            <a:srgbClr val="F4F9FA"/>
          </a:solidFill>
          <a:ln w="12700">
            <a:solidFill>
              <a:srgbClr val="C9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70448" y="1298448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97880" y="1536192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52744" y="1536192"/>
            <a:ext cx="2542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igraph net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 → B means B eats A (prey → predator) · optional diet_prop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97880" y="2514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52744" y="2514600"/>
            <a:ext cx="2542032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data frame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· biomass · bodymasses · met.types · efficiencies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3520440"/>
            <a:ext cx="91" cy="36576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60720" y="3886200"/>
            <a:ext cx="292608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815584" y="3886200"/>
            <a:ext cx="28163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net_reactive + info_reactive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every analysis tab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families of indicators computed from net + info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1371600" cy="1005840"/>
          </a:xfrm>
          <a:prstGeom prst="roundRect">
            <a:avLst>
              <a:gd name="adj" fmla="val 7273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2064" y="2468880"/>
            <a:ext cx="12618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+ info</a:t>
            </a:r>
            <a:endParaRPr lang="en-US" sz="14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shared state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128016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386584" y="1280160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Trophic levels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calculate_trophic_levels()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V="1">
            <a:off x="1828800" y="1636776"/>
            <a:ext cx="502920" cy="133502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128016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280160"/>
            <a:ext cx="40050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 species TL = 1; every other species TL = 1 + mean TL of its prey, iterated to a fixed point. Cached for all tabs.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214884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86584" y="2148840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get_topological_indicators()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flipV="1">
            <a:off x="1828800" y="2505456"/>
            <a:ext cx="502920" cy="46634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214884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6864" y="2148840"/>
            <a:ext cx="40050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S, connectance C = L / S(S−1), generality, vulnerability, mean shortest path, omnivory.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31720" y="301752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386584" y="3017520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fluxes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fluxweb::fluxing()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2971800"/>
            <a:ext cx="502920" cy="402336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301752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26864" y="3017520"/>
            <a:ext cx="40050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fluxes from biomass, allometric metabolic losses (body mass, temperature, metabolic type) and assimilation efficiencies.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388620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86584" y="3886200"/>
            <a:ext cx="19933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Keystoneness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calculate_keystoneness()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2971800"/>
            <a:ext cx="502920" cy="1271016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3886200"/>
            <a:ext cx="4114800" cy="713232"/>
          </a:xfrm>
          <a:prstGeom prst="roundRect">
            <a:avLst>
              <a:gd name="adj" fmla="val 10256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26864" y="3886200"/>
            <a:ext cx="400507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trophic impact MTI = (I − Q)⁻¹ − I; KS = log10(ε · (1 − relative biomass)). Top quartile → Keystone or Dominant.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 lookup cascade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Research: cheapest source first, online services last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25880"/>
            <a:ext cx="162763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name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25880" y="1874520"/>
            <a:ext cx="91" cy="27432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" y="2148840"/>
            <a:ext cx="162763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cache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cache/taxonomy/*.rds · 30 days · keyed by config hash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25880" y="3108960"/>
            <a:ext cx="91" cy="73152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914400" y="33649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3840480"/>
            <a:ext cx="16276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stored traits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94560" y="2624328"/>
            <a:ext cx="36576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560320" y="1572768"/>
            <a:ext cx="91" cy="105156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572768"/>
            <a:ext cx="109728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258568" y="23317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16352" y="1554480"/>
            <a:ext cx="91" cy="2971800"/>
          </a:xfrm>
          <a:prstGeom prst="line">
            <a:avLst/>
          </a:prstGeom>
          <a:noFill/>
          <a:ln w="25400">
            <a:solidFill>
              <a:srgbClr val="C9DE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1389888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65176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63240" y="132588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E3F2F3"/>
          </a:solidFill>
          <a:ln w="9525">
            <a:solidFill>
              <a:srgbClr val="13A3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1325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SQLite DB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cache/offline_traits.db — all five traits found → stop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1956816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651760" y="1956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63240" y="1892808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E3F2F3"/>
          </a:solidFill>
          <a:ln w="9525">
            <a:solidFill>
              <a:srgbClr val="13A3A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154680" y="1892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 taxonomy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route_trait_databases() by phylum, class, marine flag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2523744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65176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63240" y="2459736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E3F2F3"/>
          </a:solidFill>
          <a:ln w="9525">
            <a:solidFill>
              <a:srgbClr val="13A3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54680" y="24597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traits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lookup_ontology_traits()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3090672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65176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63240" y="3026664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E3F2F3"/>
          </a:solidFill>
          <a:ln w="9525">
            <a:solidFill>
              <a:srgbClr val="13A3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54680" y="3026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databases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FishBase · SeaLifeBase · BIOTIC · BVOL · SpeciesEnriched · freshwaterecology · MAREDAT · PTDB · AlgaeBase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3657600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65176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63240" y="3593592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E3F2F3"/>
          </a:solidFill>
          <a:ln w="9525">
            <a:solidFill>
              <a:srgbClr val="13A3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154680" y="35935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CSVs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Sea · Arctic · Cefas · Coral · Pelagic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51760" y="422452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65176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63240" y="416052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E3F2F3"/>
          </a:solidFill>
          <a:ln w="9525">
            <a:solidFill>
              <a:srgbClr val="13A3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154680" y="4160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 </a:t>
            </a:r>
            <a:pPr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 traits · PolyTraits · EMODnet · OBIS · TraitBank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83680" y="2926080"/>
            <a:ext cx="3200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903720" y="132588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0E7C8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58584" y="1325880"/>
            <a:ext cx="167335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→ MS · FS · MB · EP · PR codes, confidence 0–1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95260" y="2514600"/>
            <a:ext cx="91" cy="22860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903720" y="2743200"/>
            <a:ext cx="1783080" cy="685800"/>
          </a:xfrm>
          <a:prstGeom prst="roundRect">
            <a:avLst>
              <a:gd name="adj" fmla="val 10667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58584" y="2743200"/>
            <a:ext cx="167335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cache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species, 30 days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795260" y="3429000"/>
            <a:ext cx="91" cy="32004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903720" y="374904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0B254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958584" y="3749040"/>
            <a:ext cx="16733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 table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Food Web Construction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traits to food web links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Web Construction: five trait matches, the weakest one decides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280160"/>
            <a:ext cx="22677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· size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MS1 &lt; 0.1 cm … MS7 &gt; 150 cm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834640" y="1563624"/>
            <a:ext cx="320040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54680" y="128016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9544" y="1280160"/>
            <a:ext cx="1216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× 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563624"/>
            <a:ext cx="411480" cy="1399032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1975104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1975104"/>
            <a:ext cx="22677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· foraging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FS0 producer … FS6 filter feeder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834640" y="2258568"/>
            <a:ext cx="320040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54680" y="1975104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09544" y="1975104"/>
            <a:ext cx="1216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 × 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258568"/>
            <a:ext cx="411480" cy="70408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2670048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2670048"/>
            <a:ext cx="22677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· mobility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MB1 sessile … MB5 obligate swimmer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34640" y="2953512"/>
            <a:ext cx="320040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54680" y="2670048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09544" y="2670048"/>
            <a:ext cx="1216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× MB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80560" y="2953512"/>
            <a:ext cx="411480" cy="914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3364992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" y="3364992"/>
            <a:ext cx="22677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· position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EP1 pelagic … EP4 endobenthic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834640" y="3648456"/>
            <a:ext cx="320040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154680" y="3364992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09544" y="3364992"/>
            <a:ext cx="1216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× 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4480560" y="2962656"/>
            <a:ext cx="411480" cy="68580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4059936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" y="4059936"/>
            <a:ext cx="226771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· protection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PR0 none … PR8 armoured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834640" y="4343400"/>
            <a:ext cx="320040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154680" y="4059936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0E7C8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09544" y="4059936"/>
            <a:ext cx="121615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× MS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flipV="1">
            <a:off x="4480560" y="2962656"/>
            <a:ext cx="411480" cy="1380744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154680" y="4709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matrices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24871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2A54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946904" y="2487168"/>
            <a:ext cx="112471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min(p₁…p₅)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match limits the link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26480" y="2962656"/>
            <a:ext cx="36576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92240" y="1280160"/>
            <a:ext cx="2194560" cy="960120"/>
          </a:xfrm>
          <a:prstGeom prst="roundRect">
            <a:avLst>
              <a:gd name="adj" fmla="val 7619"/>
            </a:avLst>
          </a:prstGeom>
          <a:solidFill>
            <a:srgbClr val="FBE3DC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47104" y="1280160"/>
            <a:ext cx="208483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MS7 · consumers outside MS3–MS6 · producers (FS0) as consumers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589520" y="2240280"/>
            <a:ext cx="91" cy="32004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492240" y="25603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2A54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547104" y="2560320"/>
            <a:ext cx="208483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link only if p &gt; 0.05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589520" y="3383280"/>
            <a:ext cx="91" cy="32004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492240" y="370332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47104" y="3703320"/>
            <a:ext cx="208483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prey → predator network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trait_foodweb_to_igraph() → net_reactive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ECOPATH / ECOSIM with Rpath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imported Ecopath model to dynamic simulations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2064" y="1371600"/>
            <a:ext cx="2267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EwE database or Ecopath tables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24358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371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38144" y="1371600"/>
            <a:ext cx="2267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parameters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create.rpath.params()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73552" y="124358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7355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13716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64224" y="1371600"/>
            <a:ext cx="2267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Rpath::rpath()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1243584"/>
            <a:ext cx="310896" cy="310896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99632" y="1243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12064" y="2926080"/>
            <a:ext cx="2267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trophic impact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Rpath::MTI()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279806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34640" y="3383280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8328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38144" y="2926080"/>
            <a:ext cx="2267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Ecosim scenario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rsim.scenario() · fishing &amp; forcing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73552" y="279806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73552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60720" y="3383280"/>
            <a:ext cx="5486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09360" y="292608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64224" y="2926080"/>
            <a:ext cx="2267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rsim.run(method = "RK4")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9632" y="2798064"/>
            <a:ext cx="310896" cy="31089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9632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2286000"/>
            <a:ext cx="91" cy="32004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1645920" y="2606040"/>
            <a:ext cx="585216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0" y="2606040"/>
            <a:ext cx="91" cy="32004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57200" y="4069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31596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12064" y="4315968"/>
            <a:ext cx="1810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&amp; catch trajectories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431596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615184" y="4315968"/>
            <a:ext cx="1810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Fishing scenarios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431596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18304" y="4315968"/>
            <a:ext cx="1810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66560" y="431596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21424" y="4315968"/>
            <a:ext cx="18105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ICES surveys &amp; SAG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analysis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regional metaweb, cut into local food webs per hexagon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" y="1325880"/>
            <a:ext cx="19933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 · GeoPackage · BBT polygons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714500"/>
            <a:ext cx="45720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132588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72384" y="1325880"/>
            <a:ext cx="1901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 grid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create_hexagonal_grid()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103120"/>
            <a:ext cx="91" cy="22860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2064" y="2331720"/>
            <a:ext cx="19933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EUSeaMap habitat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EMODnet · cached per region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720340"/>
            <a:ext cx="45720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17520" y="23317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72384" y="2331720"/>
            <a:ext cx="1901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habitat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clip_habitat_to_study_area() · overlay_habitat_with_grid()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3108960"/>
            <a:ext cx="91" cy="22860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33756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" y="3337560"/>
            <a:ext cx="19933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occurrences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of records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3726180"/>
            <a:ext cx="45720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17520" y="333756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72384" y="3337560"/>
            <a:ext cx="190195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species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assign_species_to_hexagons()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17520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72384" y="4206240"/>
            <a:ext cx="19019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current_metaweb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Metaweb Manager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flipV="1">
            <a:off x="5029200" y="4114800"/>
            <a:ext cx="1188720" cy="36576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0" y="3726180"/>
            <a:ext cx="45720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0" y="333756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F2A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541264" y="3337560"/>
            <a:ext cx="135331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extract_local_networks()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0" y="3726180"/>
            <a:ext cx="320040" cy="91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69480" y="333756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E7C8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24344" y="3337560"/>
            <a:ext cx="1307592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· L · C · LD per hexagon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flipV="1">
            <a:off x="7978140" y="2240280"/>
            <a:ext cx="91" cy="1097280"/>
          </a:xfrm>
          <a:prstGeom prst="line">
            <a:avLst/>
          </a:prstGeom>
          <a:noFill/>
          <a:ln w="19050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69480" y="13258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24344" y="1325880"/>
            <a:ext cx="130759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CSV / RDS download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0" y="137160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hexagon keeps only the metaweb links whose predator and prey both occur there.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data connections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calls run inside tryCatch(); a failure raises a visible warning instead of failing silently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4572000" y="1645920"/>
            <a:ext cx="91" cy="1371600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4572000" y="2047652"/>
            <a:ext cx="2166038" cy="969868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3017520"/>
            <a:ext cx="3063240" cy="91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3017520"/>
            <a:ext cx="2166038" cy="969868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3017520"/>
            <a:ext cx="91" cy="1371600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2405962" y="3017520"/>
            <a:ext cx="2166038" cy="969868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508760" y="3017520"/>
            <a:ext cx="3063240" cy="91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2405962" y="2047652"/>
            <a:ext cx="2166038" cy="969868"/>
          </a:xfrm>
          <a:prstGeom prst="line">
            <a:avLst/>
          </a:prstGeom>
          <a:noFill/>
          <a:ln w="19050">
            <a:solidFill>
              <a:srgbClr val="A9C7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2450592"/>
            <a:ext cx="1463040" cy="1133856"/>
          </a:xfrm>
          <a:prstGeom prst="ellipse">
            <a:avLst/>
          </a:prstGeom>
          <a:solidFill>
            <a:srgbClr val="0B2545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2450592"/>
            <a:ext cx="1463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EcoNeTool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657600" y="136245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712464" y="1362456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WoRMS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+ traits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23638" y="176418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878502" y="1764188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FishBase · SeaLifeBase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&amp; invertebrate traits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273405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775704" y="2734056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EcoBase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Ecopath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23638" y="370392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878502" y="3703924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EMODnet EUSeaMap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seabed habitats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410565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712464" y="4105656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SHARK · SMHI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Swedish monitoring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91562" y="370392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546426" y="3703924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freshwaterecology.info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freshwater traits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2734056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BE3DC"/>
          </a:solidFill>
          <a:ln w="12700">
            <a:solidFill>
              <a:srgbClr val="E4572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9224" y="2734056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AlgaeBase · Dyntaxa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API key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91562" y="176418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3A3A8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546426" y="1764188"/>
            <a:ext cx="1719072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OBIS · TraitBank · PolyTraits</a:t>
            </a:r>
            <a:endParaRPr lang="en-US" sz="10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trait sources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and deployment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feature branch to laguna.ku.lt without touching live data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&amp; RELEASE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28346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LAGUNA.KU.LT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2064" y="1417320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fix/… · test first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91640" y="18745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56232" y="1417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11096" y="1417320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CodeRabbit review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0672" y="18745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55264" y="1417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10128" y="1417320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· lintr · testthat · R Validation · regression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9704" y="18745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54296" y="1417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9160" y="1417320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merge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master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88736" y="18745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53328" y="1417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08192" y="1417320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· CHANGELOG · notes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87768" y="1874520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1417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07224" y="1417320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vX.Y.Z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08152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12064" y="3081528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check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pre-deploy-check.R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91640" y="3538728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856232" y="308152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911096" y="3081528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deploy‑windows.ps1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‑NoSudo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090672" y="3538728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55264" y="308152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10128" y="3081528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~/EcoNeTool_staging, secrets stripped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89704" y="3538728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654296" y="308152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09160" y="3081528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-rT keeps live data/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88736" y="3538728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53328" y="308152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108192" y="3081528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restart.txt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87768" y="3538728"/>
            <a:ext cx="164592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52360" y="3081528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507224" y="3081528"/>
            <a:ext cx="112471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code on server · HTTP 200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69580" y="2331720"/>
            <a:ext cx="91" cy="274320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1074420" y="2606040"/>
            <a:ext cx="6995160" cy="91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4420" y="2606040"/>
            <a:ext cx="91" cy="475488"/>
          </a:xfrm>
          <a:prstGeom prst="line">
            <a:avLst/>
          </a:prstGeom>
          <a:noFill/>
          <a:ln w="15875">
            <a:solidFill>
              <a:srgbClr val="7A8C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3F2F3"/>
          </a:solidFill>
          <a:ln w="12700">
            <a:solidFill>
              <a:srgbClr val="13A3A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2064" y="4297680"/>
            <a:ext cx="81198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04:00: live API tests (WoRMS, FishBase, ICES, EcoBase)   ·   Weekly: full R Validation   ·   Every PR: changelog preview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that keep the flows honest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581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Prey → predator, everywhere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8424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Edges, adjacency adj[prey, predator] and diet matrices (predator columns sum to 1) all use one direction.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60020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1581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 per session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98424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get_harm_config() reads the user's own trait settings, so one user's sliders never change another's results.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confidence scale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7216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0 · low 0.33 · medium 0.66 · high 1.0 through confidence_to_num() / confidence_to_label().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33375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634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 are loud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72160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warning(), not message(), in error handlers; tests skip with a reason instead of silently passing.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Klaipeda University - MARBEFES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EcoNeTool - flow diagrams</dc:title>
  <dc:subject>PptxGenJS Presentation</dc:subject>
  <dc:creator>PptxGenJS</dc:creator>
  <cp:lastModifiedBy>PptxGenJS</cp:lastModifiedBy>
  <cp:revision>1</cp:revision>
  <dcterms:created xsi:type="dcterms:W3CDTF">2026-09-30T19:38:25Z</dcterms:created>
  <dcterms:modified xsi:type="dcterms:W3CDTF">2026-09-30T19:38:25Z</dcterms:modified>
</cp:coreProperties>
</file>